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51C49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51C49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91440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/home/claude/assets/icons/Fa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2115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BUILDER APPLICATION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Resume-Building Tool Built with Python &amp; PyQt5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9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  </a:t>
            </a:r>
            <a:pPr algn="l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300" dirty="0">
                <a:solidFill>
                  <a:srgbClr val="8E9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Semester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" name="Image 0" descr="/home/claude/assets/icons/Fa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696212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5179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CV is a vital professional document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08760" y="186537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often the first impression a candidate makes on an employer.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2633472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1" descr="/home/claude/assets/icons/Fa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2775204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596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CV creation is difficult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08760" y="29443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text, sections and spacing by hand is slow and error-prone.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3712464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2" descr="/home/claude/assets/icons/FaRulerCombin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854196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67588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frequently face formatting issues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08760" y="40233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fonts, spacing, and layout problems are common.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85800" y="47914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3" descr="/home/claude/assets/icons/FaMag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933188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754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automates CV creation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508760" y="51023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desktop app turns raw input into a polished, ready CV.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869680" y="2331720"/>
            <a:ext cx="2651760" cy="2651760"/>
          </a:xfrm>
          <a:prstGeom prst="ellipse">
            <a:avLst/>
          </a:prstGeom>
          <a:solidFill>
            <a:srgbClr val="E8EEF9"/>
          </a:solidFill>
          <a:ln/>
        </p:spPr>
      </p:sp>
      <p:sp>
        <p:nvSpPr>
          <p:cNvPr id="20" name="Shape 14"/>
          <p:cNvSpPr/>
          <p:nvPr/>
        </p:nvSpPr>
        <p:spPr>
          <a:xfrm>
            <a:off x="9509760" y="297180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assets/icons/FaFile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6376" y="3328416"/>
            <a:ext cx="658368" cy="6583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struggle to create a professional CV on their 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40233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2423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ssets/icons/FaRuler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86" y="26174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474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Issues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41148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and alignment break easily when edited by hand.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542032" cy="40233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7116" y="2423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assets/icons/Fa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426" y="26174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3474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Consumption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75888" y="41148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building a CV from scratch takes significant time.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542032" cy="40233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1756" y="2423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assets/icons/FaPaintBru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066" y="261747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3474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Design Skills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510528" y="41148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can lay out a visually balanced document.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1965960"/>
            <a:ext cx="2542032" cy="40233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6396" y="2423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assets/icons/FaRe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0706" y="261747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8592" y="3474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Editing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345168" y="411480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content updates often mean redoing the whole layout.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Architecture</a:t>
            </a:r>
            <a:endParaRPr lang="en-US" sz="3200" dirty="0"/>
          </a:p>
        </p:txBody>
      </p:sp>
      <p:pic>
        <p:nvPicPr>
          <p:cNvPr id="3" name="Image 0" descr="/home/claude/assets/icons/Fa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14996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user-friendly GUI</a:t>
            </a:r>
            <a:endParaRPr lang="en-US" sz="1450" dirty="0"/>
          </a:p>
        </p:txBody>
      </p:sp>
      <p:pic>
        <p:nvPicPr>
          <p:cNvPr id="5" name="Image 1" descr="/home/claude/assets/icons/Fa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9696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8992" y="2066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professional CV</a:t>
            </a:r>
            <a:endParaRPr lang="en-US" sz="1450" dirty="0"/>
          </a:p>
        </p:txBody>
      </p:sp>
      <p:pic>
        <p:nvPicPr>
          <p:cNvPr id="7" name="Image 2" descr="/home/claude/assets/icons/Fa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06624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8992" y="26334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live preview</a:t>
            </a:r>
            <a:endParaRPr lang="en-US" sz="1450" dirty="0"/>
          </a:p>
        </p:txBody>
      </p:sp>
      <p:pic>
        <p:nvPicPr>
          <p:cNvPr id="9" name="Image 3" descr="/home/claude/assets/icons/Fa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73552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78992" y="3200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load user data</a:t>
            </a:r>
            <a:endParaRPr lang="en-US" sz="1450" dirty="0"/>
          </a:p>
        </p:txBody>
      </p:sp>
      <p:pic>
        <p:nvPicPr>
          <p:cNvPr id="11" name="Image 4" descr="/home/claude/assets/icons/Fa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40480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78992" y="3767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CV as a PDF</a:t>
            </a:r>
            <a:endParaRPr lang="en-US" sz="1450" dirty="0"/>
          </a:p>
        </p:txBody>
      </p:sp>
      <p:pic>
        <p:nvPicPr>
          <p:cNvPr id="13" name="Image 5" descr="/home/claude/assets/icons/Fa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407408"/>
            <a:ext cx="256032" cy="2560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78992" y="43342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templates</a:t>
            </a:r>
            <a:endParaRPr lang="en-US" sz="1450" dirty="0"/>
          </a:p>
        </p:txBody>
      </p:sp>
      <p:sp>
        <p:nvSpPr>
          <p:cNvPr id="15" name="Shape 7"/>
          <p:cNvSpPr/>
          <p:nvPr/>
        </p:nvSpPr>
        <p:spPr>
          <a:xfrm>
            <a:off x="6903720" y="1417320"/>
            <a:ext cx="4663440" cy="5029200"/>
          </a:xfrm>
          <a:prstGeom prst="roundRect">
            <a:avLst>
              <a:gd name="adj" fmla="val 2353"/>
            </a:avLst>
          </a:prstGeom>
          <a:solidFill>
            <a:srgbClr val="E8EEF9"/>
          </a:solidFill>
          <a:ln/>
        </p:spPr>
      </p:sp>
      <p:sp>
        <p:nvSpPr>
          <p:cNvPr id="16" name="Text 8"/>
          <p:cNvSpPr/>
          <p:nvPr/>
        </p:nvSpPr>
        <p:spPr>
          <a:xfrm>
            <a:off x="71780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400" dirty="0"/>
          </a:p>
        </p:txBody>
      </p:sp>
      <p:sp>
        <p:nvSpPr>
          <p:cNvPr id="17" name="Shape 9"/>
          <p:cNvSpPr/>
          <p:nvPr/>
        </p:nvSpPr>
        <p:spPr>
          <a:xfrm>
            <a:off x="7397496" y="224028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6" descr="/home/claude/assets/icons/Fa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2404872"/>
            <a:ext cx="329184" cy="32918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229600" y="23591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20" name="Shape 11"/>
          <p:cNvSpPr/>
          <p:nvPr/>
        </p:nvSpPr>
        <p:spPr>
          <a:xfrm>
            <a:off x="7726680" y="2898648"/>
            <a:ext cx="0" cy="42062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7397496" y="310896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2" name="Image 7" descr="/home/claude/assets/icons/FaDesk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3273552"/>
            <a:ext cx="329184" cy="32918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229600" y="32278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350" dirty="0"/>
          </a:p>
        </p:txBody>
      </p:sp>
      <p:sp>
        <p:nvSpPr>
          <p:cNvPr id="24" name="Shape 14"/>
          <p:cNvSpPr/>
          <p:nvPr/>
        </p:nvSpPr>
        <p:spPr>
          <a:xfrm>
            <a:off x="7726680" y="3767328"/>
            <a:ext cx="0" cy="42062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7397496" y="397764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8" descr="/home/claude/assets/icons/FaCog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2088" y="4142232"/>
            <a:ext cx="329184" cy="32918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229600" y="40965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28" name="Shape 17"/>
          <p:cNvSpPr/>
          <p:nvPr/>
        </p:nvSpPr>
        <p:spPr>
          <a:xfrm>
            <a:off x="7726680" y="4636008"/>
            <a:ext cx="0" cy="42062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7397496" y="484632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0" name="Image 9" descr="/home/claude/assets/icons/FaEy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2088" y="5010912"/>
            <a:ext cx="329184" cy="32918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8229600" y="49651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350" dirty="0"/>
          </a:p>
        </p:txBody>
      </p:sp>
      <p:sp>
        <p:nvSpPr>
          <p:cNvPr id="32" name="Shape 20"/>
          <p:cNvSpPr/>
          <p:nvPr/>
        </p:nvSpPr>
        <p:spPr>
          <a:xfrm>
            <a:off x="7726680" y="5504688"/>
            <a:ext cx="0" cy="42062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7397496" y="571500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4" name="Image 10" descr="/home/claude/assets/icons/FaFileExpor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2088" y="5879592"/>
            <a:ext cx="329184" cy="32918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229600" y="583387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PDF Output</a:t>
            </a:r>
            <a:endParaRPr lang="en-US" sz="1350" dirty="0"/>
          </a:p>
        </p:txBody>
      </p:sp>
      <p:sp>
        <p:nvSpPr>
          <p:cNvPr id="36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3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5852160"/>
            <a:ext cx="5029200" cy="5029200"/>
          </a:xfrm>
          <a:prstGeom prst="ellipse">
            <a:avLst/>
          </a:prstGeom>
          <a:solidFill>
            <a:srgbClr val="151C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3212" y="219456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151C49"/>
          </a:solidFill>
          <a:ln/>
        </p:spPr>
      </p:sp>
      <p:sp>
        <p:nvSpPr>
          <p:cNvPr id="5" name="Shape 3"/>
          <p:cNvSpPr/>
          <p:nvPr/>
        </p:nvSpPr>
        <p:spPr>
          <a:xfrm>
            <a:off x="1193292" y="26060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assets/icons/Si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72" y="2788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9516" y="406908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20924" y="219456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151C49"/>
          </a:solidFill>
          <a:ln/>
        </p:spPr>
      </p:sp>
      <p:sp>
        <p:nvSpPr>
          <p:cNvPr id="10" name="Shape 7"/>
          <p:cNvSpPr/>
          <p:nvPr/>
        </p:nvSpPr>
        <p:spPr>
          <a:xfrm>
            <a:off x="3461004" y="26060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/home/claude/assets/icons/Fa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2788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2364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67228" y="406908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 for the desktop app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88636" y="219456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151C49"/>
          </a:solidFill>
          <a:ln/>
        </p:spPr>
      </p:sp>
      <p:sp>
        <p:nvSpPr>
          <p:cNvPr id="15" name="Shape 11"/>
          <p:cNvSpPr/>
          <p:nvPr/>
        </p:nvSpPr>
        <p:spPr>
          <a:xfrm>
            <a:off x="5728716" y="26060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/home/claude/assets/icons/FaPencilRu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788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0076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Designer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234940" y="406908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UI design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6348" y="219456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151C49"/>
          </a:solidFill>
          <a:ln/>
        </p:spPr>
      </p:sp>
      <p:sp>
        <p:nvSpPr>
          <p:cNvPr id="20" name="Shape 15"/>
          <p:cNvSpPr/>
          <p:nvPr/>
        </p:nvSpPr>
        <p:spPr>
          <a:xfrm>
            <a:off x="7996428" y="26060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/home/claude/assets/icons/SiJ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8" y="27889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7788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02652" y="406908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data save/load format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24060" y="219456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151C49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64140" y="26060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4" descr="/home/claude/assets/icons/FaFilePd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020" y="27889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155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770364" y="406908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exported PDF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E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3088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assets/icons/Fa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468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91640" y="2350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CV update as you type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E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23088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assets/icons/FaS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4688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440680" y="2350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entries locally as JSON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E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23088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assets/icons/FaFolder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4688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9189720" y="2350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and continue editing later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E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44577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assets/icons/Fa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6177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691640" y="44988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personal photo to the CV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8912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E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44577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assets/icons/FaFilePd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6177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440680" y="44988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ready-to-send PDF file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3816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E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6760" y="44577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/home/claude/assets/icons/FaLayerGro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46177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8972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9189720" y="44988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Classic and Modern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Template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traditional resume layout with a tabbed input panel.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2167128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0299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sections: Personal Info, Education, Skills, Experience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2825496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688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 updates instantly as fields are filled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48386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3467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slot reserved beside contact details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76672" y="1186008"/>
            <a:ext cx="6620256" cy="4760304"/>
          </a:xfrm>
          <a:prstGeom prst="roundRect">
            <a:avLst>
              <a:gd name="adj" fmla="val 1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home/claude/assets/img-008-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95736"/>
            <a:ext cx="6400800" cy="45408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Template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sidebar-style layout for a sharper, contemporary look.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2167128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0299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contact sidebar with Email, Phone, CNIC and Skills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2825496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688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panel highlights Education and Experience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48386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3467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live data — only the visual layout changes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76672" y="1218390"/>
            <a:ext cx="6620256" cy="46955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home/claude/assets/img-009-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28118"/>
            <a:ext cx="6400800" cy="44760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core feature was tested manually to confirm it works as expected.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51076" y="1874520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116836" y="19476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43316" y="1947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51076" y="2441448"/>
            <a:ext cx="8686800" cy="713232"/>
          </a:xfrm>
          <a:prstGeom prst="rect">
            <a:avLst/>
          </a:prstGeom>
          <a:solidFill>
            <a:srgbClr val="E8EE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16836" y="25877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pic>
        <p:nvPicPr>
          <p:cNvPr id="9" name="Image 0" descr="/home/claude/assets/icons/Fa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2606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46236" y="2587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751076" y="3154680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16836" y="330098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pic>
        <p:nvPicPr>
          <p:cNvPr id="13" name="Image 1" descr="/home/claude/assets/icons/Fa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316" y="33192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46236" y="33009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751076" y="3867912"/>
            <a:ext cx="8686800" cy="713232"/>
          </a:xfrm>
          <a:prstGeom prst="rect">
            <a:avLst/>
          </a:prstGeom>
          <a:solidFill>
            <a:srgbClr val="E8EE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16836" y="401421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Change</a:t>
            </a:r>
            <a:endParaRPr lang="en-US" sz="1400" dirty="0"/>
          </a:p>
        </p:txBody>
      </p:sp>
      <p:pic>
        <p:nvPicPr>
          <p:cNvPr id="17" name="Image 2" descr="/home/claude/assets/icons/Fa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16" y="403250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46236" y="40142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751076" y="4581144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116836" y="47274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400" dirty="0"/>
          </a:p>
        </p:txBody>
      </p:sp>
      <p:pic>
        <p:nvPicPr>
          <p:cNvPr id="21" name="Image 3" descr="/home/claude/assets/icons/Fa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316" y="474573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46236" y="47274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1751076" y="5294376"/>
            <a:ext cx="8686800" cy="713232"/>
          </a:xfrm>
          <a:prstGeom prst="rect">
            <a:avLst/>
          </a:prstGeom>
          <a:solidFill>
            <a:srgbClr val="E8EE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116836" y="54406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400" dirty="0"/>
          </a:p>
        </p:txBody>
      </p:sp>
      <p:pic>
        <p:nvPicPr>
          <p:cNvPr id="25" name="Image 4" descr="/home/claude/assets/icons/Fa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16" y="54589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746236" y="54406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53312" y="219456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/home/claude/assets/icons/FaPencilR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3591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Qt Designer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38404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comfortable with a new visual design tool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6080" y="18288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39312" y="219456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0" name="Image 1" descr="/home/claude/assets/icons/FaPuzzlePie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35915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30632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Widgets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090672" y="38404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up signals and slots between UI elements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212080" y="18288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25312" y="219456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2" descr="/home/claude/assets/icons/FaPaintBru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35915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30632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Templates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376672" y="38404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two visually distinct, clean layouts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98080" y="18288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11312" y="219456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/home/claude/assets/icons/FaFileEx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235915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240" y="30632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PDF Export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662672" y="38404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content correctly with ReportLab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784080" y="18288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497312" y="2194560"/>
            <a:ext cx="658368" cy="65836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5" name="Image 4" descr="/home/claude/assets/icons/Fa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2359152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21240" y="30632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Image Upload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948672" y="38404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Handling, scaling and displaying user photos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943600" cy="5943600"/>
          </a:xfrm>
          <a:prstGeom prst="ellipse">
            <a:avLst/>
          </a:prstGeom>
          <a:solidFill>
            <a:srgbClr val="151C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7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pic>
        <p:nvPicPr>
          <p:cNvPr id="4" name="Image 0" descr="/home/claude/assets/icons/Fa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4767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86537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complete CV Builder application</a:t>
            </a:r>
            <a:endParaRPr lang="en-US" sz="1600" dirty="0"/>
          </a:p>
        </p:txBody>
      </p:sp>
      <p:pic>
        <p:nvPicPr>
          <p:cNvPr id="6" name="Image 1" descr="/home/claude/assets/icons/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60904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578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templates — Classic and Modern</a:t>
            </a:r>
            <a:endParaRPr lang="en-US" sz="1600" dirty="0"/>
          </a:p>
        </p:txBody>
      </p:sp>
      <p:pic>
        <p:nvPicPr>
          <p:cNvPr id="8" name="Image 2" descr="/home/claude/assets/icons/Fa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74136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2918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profile image upload</a:t>
            </a:r>
            <a:endParaRPr lang="en-US" sz="1600" dirty="0"/>
          </a:p>
        </p:txBody>
      </p:sp>
      <p:pic>
        <p:nvPicPr>
          <p:cNvPr id="10" name="Image 3" descr="/home/claude/assets/icons/Fa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40050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one-click PDF export</a:t>
            </a:r>
            <a:endParaRPr lang="en-US" sz="1600" dirty="0"/>
          </a:p>
        </p:txBody>
      </p:sp>
      <p:pic>
        <p:nvPicPr>
          <p:cNvPr id="12" name="Image 4" descr="/home/claude/assets/icons/Fa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00600"/>
            <a:ext cx="310896" cy="3108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0160" y="471830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user-friendly end-to-end experience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Application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474720"/>
            <a:ext cx="6400800" cy="6400800"/>
          </a:xfrm>
          <a:prstGeom prst="ellipse">
            <a:avLst/>
          </a:prstGeom>
          <a:solidFill>
            <a:srgbClr val="151C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5029200" cy="5029200"/>
          </a:xfrm>
          <a:prstGeom prst="ellipse">
            <a:avLst/>
          </a:prstGeom>
          <a:solidFill>
            <a:srgbClr val="151C49"/>
          </a:solidFill>
          <a:ln/>
        </p:spPr>
      </p:sp>
      <p:sp>
        <p:nvSpPr>
          <p:cNvPr id="4" name="Shape 2"/>
          <p:cNvSpPr/>
          <p:nvPr/>
        </p:nvSpPr>
        <p:spPr>
          <a:xfrm>
            <a:off x="5500116" y="182880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/home/claude/assets/icons/Fa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183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supporting this journey.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Builder Application</dc:title>
  <dc:subject>PptxGenJS Presentation</dc:subject>
  <dc:creator>Abdur Rehman</dc:creator>
  <cp:lastModifiedBy>Abdur Rehman</cp:lastModifiedBy>
  <cp:revision>1</cp:revision>
  <dcterms:created xsi:type="dcterms:W3CDTF">2026-06-24T05:15:55Z</dcterms:created>
  <dcterms:modified xsi:type="dcterms:W3CDTF">2026-06-24T05:15:55Z</dcterms:modified>
</cp:coreProperties>
</file>